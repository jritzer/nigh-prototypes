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82512"/>
            <a:ext cx="12188952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38251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Nigh. All rights reserved.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E4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Founder-Mission Fit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05156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11556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Ritzer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14630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4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mission to strengthen communities, expand opportunity, and help more people participate in real life. Driven by a belief that strong communities are the foundation of thriving societies.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89520" y="10515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0E4EF5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1143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has become extraordinarily effective at helping people consume. Nigh is designed to help people participate. Participation creates opportunity.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31520" y="2660904"/>
            <a:ext cx="109728" cy="109728"/>
          </a:xfrm>
          <a:prstGeom prst="ellipse">
            <a:avLst/>
          </a:prstGeom>
          <a:solidFill>
            <a:srgbClr val="0E4EF5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260604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and piloted Nigh with 100+ businesses, generating 10,000+ real-world visits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3044952"/>
            <a:ext cx="109728" cy="109728"/>
          </a:xfrm>
          <a:prstGeom prst="ellipse">
            <a:avLst/>
          </a:prstGeom>
          <a:solidFill>
            <a:srgbClr val="0E4EF5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299008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Invested 20,000+ hours and $1.5M+ personally developing, testing, and refining the vision through multiple pilots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3429000"/>
            <a:ext cx="109728" cy="109728"/>
          </a:xfrm>
          <a:prstGeom prst="ellipse">
            <a:avLst/>
          </a:prstGeom>
          <a:solidFill>
            <a:srgbClr val="0E4EF5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337413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decade building at the intersection of local commerce, community participation, and technology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" y="3813048"/>
            <a:ext cx="109728" cy="109728"/>
          </a:xfrm>
          <a:prstGeom prst="ellipse">
            <a:avLst/>
          </a:prstGeom>
          <a:solidFill>
            <a:srgbClr val="0E4EF5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375818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 on U.S. patents covering core place-based participation and commerce platform concepts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" y="4197096"/>
            <a:ext cx="109728" cy="109728"/>
          </a:xfrm>
          <a:prstGeom prst="ellipse">
            <a:avLst/>
          </a:prstGeom>
          <a:solidFill>
            <a:srgbClr val="0E4EF5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414223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 for global CRM and commerce initiatives at Microsoft/Accenture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1520" y="46177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754880"/>
            <a:ext cx="1280160" cy="4663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554480" y="5239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005840" y="54498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people discover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available nearby?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108960" y="47365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4754880"/>
            <a:ext cx="1097280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297680" y="5102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3749040" y="53126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businesses maximize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expiring capacity?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852160" y="47365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460" y="4754880"/>
            <a:ext cx="7772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40880" y="5093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492240" y="5303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time-sensitive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motivate action?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8595360" y="47365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2660" y="4754880"/>
            <a:ext cx="777240" cy="320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784080" y="5093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9235440" y="5303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build the trust-based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network?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E4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Learnings: Time matters. Trust matters. Local is ambiguous. Marketplaces are hard. Participation is social. Participation creates opportunity.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2026-06-06T19:31:20Z</dcterms:created>
  <dcterms:modified xsi:type="dcterms:W3CDTF">2026-06-06T19:31:20Z</dcterms:modified>
</cp:coreProperties>
</file>